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8CE0F-880F-4718-B9EE-C970A09EAB6C}" v="35" dt="2026-02-23T03:29:48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>
        <p:scale>
          <a:sx n="60" d="100"/>
          <a:sy n="60" d="100"/>
        </p:scale>
        <p:origin x="1122" y="78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Andres Chacin Ruiz" userId="ccacac63-8927-4629-997d-ccf14e25367f" providerId="ADAL" clId="{96643C11-6665-412B-8EC1-CDBDB8A78FEE}"/>
    <pc:docChg chg="undo redo custSel addSld delSld modSld">
      <pc:chgData name="Eduardo Andres Chacin Ruiz" userId="ccacac63-8927-4629-997d-ccf14e25367f" providerId="ADAL" clId="{96643C11-6665-412B-8EC1-CDBDB8A78FEE}" dt="2026-02-23T03:29:59.212" v="617" actId="1035"/>
      <pc:docMkLst>
        <pc:docMk/>
      </pc:docMkLst>
      <pc:sldChg chg="addSp delSp modSp mod">
        <pc:chgData name="Eduardo Andres Chacin Ruiz" userId="ccacac63-8927-4629-997d-ccf14e25367f" providerId="ADAL" clId="{96643C11-6665-412B-8EC1-CDBDB8A78FEE}" dt="2026-02-23T02:31:58.132" v="560" actId="1076"/>
        <pc:sldMkLst>
          <pc:docMk/>
          <pc:sldMk cId="2093680419" sldId="256"/>
        </pc:sldMkLst>
        <pc:spChg chg="add mod">
          <ac:chgData name="Eduardo Andres Chacin Ruiz" userId="ccacac63-8927-4629-997d-ccf14e25367f" providerId="ADAL" clId="{96643C11-6665-412B-8EC1-CDBDB8A78FEE}" dt="2026-02-15T19:11:27.742" v="455" actId="1036"/>
          <ac:spMkLst>
            <pc:docMk/>
            <pc:sldMk cId="2093680419" sldId="256"/>
            <ac:spMk id="23" creationId="{74233A99-2814-EEB8-739B-02BB7E29982C}"/>
          </ac:spMkLst>
        </pc:spChg>
        <pc:spChg chg="add mod">
          <ac:chgData name="Eduardo Andres Chacin Ruiz" userId="ccacac63-8927-4629-997d-ccf14e25367f" providerId="ADAL" clId="{96643C11-6665-412B-8EC1-CDBDB8A78FEE}" dt="2026-02-15T19:11:42.931" v="478" actId="1035"/>
          <ac:spMkLst>
            <pc:docMk/>
            <pc:sldMk cId="2093680419" sldId="256"/>
            <ac:spMk id="24" creationId="{405C13F7-E174-B569-4FB5-CDC4C6049141}"/>
          </ac:spMkLst>
        </pc:spChg>
        <pc:spChg chg="add mod">
          <ac:chgData name="Eduardo Andres Chacin Ruiz" userId="ccacac63-8927-4629-997d-ccf14e25367f" providerId="ADAL" clId="{96643C11-6665-412B-8EC1-CDBDB8A78FEE}" dt="2026-02-15T19:11:27.742" v="455" actId="1036"/>
          <ac:spMkLst>
            <pc:docMk/>
            <pc:sldMk cId="2093680419" sldId="256"/>
            <ac:spMk id="25" creationId="{8FE9BBF9-B1F1-A1B6-EB4B-1C5F94E51796}"/>
          </ac:spMkLst>
        </pc:spChg>
        <pc:spChg chg="add mod">
          <ac:chgData name="Eduardo Andres Chacin Ruiz" userId="ccacac63-8927-4629-997d-ccf14e25367f" providerId="ADAL" clId="{96643C11-6665-412B-8EC1-CDBDB8A78FEE}" dt="2026-02-15T19:11:42.931" v="478" actId="1035"/>
          <ac:spMkLst>
            <pc:docMk/>
            <pc:sldMk cId="2093680419" sldId="256"/>
            <ac:spMk id="26" creationId="{2542F345-C542-BC8A-FD52-E478A27A20BF}"/>
          </ac:spMkLst>
        </pc:spChg>
        <pc:grpChg chg="add mod">
          <ac:chgData name="Eduardo Andres Chacin Ruiz" userId="ccacac63-8927-4629-997d-ccf14e25367f" providerId="ADAL" clId="{96643C11-6665-412B-8EC1-CDBDB8A78FEE}" dt="2026-02-23T02:29:29.168" v="528" actId="164"/>
          <ac:grpSpMkLst>
            <pc:docMk/>
            <pc:sldMk cId="2093680419" sldId="256"/>
            <ac:grpSpMk id="10" creationId="{9E7175FD-1CA4-521C-ABD6-5E0A97605E01}"/>
          </ac:grpSpMkLst>
        </pc:grpChg>
        <pc:grpChg chg="add mod">
          <ac:chgData name="Eduardo Andres Chacin Ruiz" userId="ccacac63-8927-4629-997d-ccf14e25367f" providerId="ADAL" clId="{96643C11-6665-412B-8EC1-CDBDB8A78FEE}" dt="2026-02-23T02:31:58.132" v="560" actId="1076"/>
          <ac:grpSpMkLst>
            <pc:docMk/>
            <pc:sldMk cId="2093680419" sldId="256"/>
            <ac:grpSpMk id="11" creationId="{49A2945A-38B5-A903-564E-38E4B2CD3AA0}"/>
          </ac:grpSpMkLst>
        </pc:grpChg>
        <pc:grpChg chg="add mod">
          <ac:chgData name="Eduardo Andres Chacin Ruiz" userId="ccacac63-8927-4629-997d-ccf14e25367f" providerId="ADAL" clId="{96643C11-6665-412B-8EC1-CDBDB8A78FEE}" dt="2026-02-23T02:29:36.201" v="530" actId="164"/>
          <ac:grpSpMkLst>
            <pc:docMk/>
            <pc:sldMk cId="2093680419" sldId="256"/>
            <ac:grpSpMk id="12" creationId="{80F66088-BA01-9A5B-95CD-7B07255120AD}"/>
          </ac:grpSpMkLst>
        </pc:grpChg>
        <pc:picChg chg="add mod modCrop">
          <ac:chgData name="Eduardo Andres Chacin Ruiz" userId="ccacac63-8927-4629-997d-ccf14e25367f" providerId="ADAL" clId="{96643C11-6665-412B-8EC1-CDBDB8A78FEE}" dt="2026-02-23T02:29:29.168" v="528" actId="164"/>
          <ac:picMkLst>
            <pc:docMk/>
            <pc:sldMk cId="2093680419" sldId="256"/>
            <ac:picMk id="3" creationId="{31D5155A-8C75-16CB-227F-01A385D36F87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26:50.031" v="507" actId="21"/>
          <ac:picMkLst>
            <pc:docMk/>
            <pc:sldMk cId="2093680419" sldId="256"/>
            <ac:picMk id="4" creationId="{A7D14002-1743-510C-CCB5-321CA86E58EE}"/>
          </ac:picMkLst>
        </pc:picChg>
        <pc:picChg chg="add mod modCrop">
          <ac:chgData name="Eduardo Andres Chacin Ruiz" userId="ccacac63-8927-4629-997d-ccf14e25367f" providerId="ADAL" clId="{96643C11-6665-412B-8EC1-CDBDB8A78FEE}" dt="2026-02-23T02:29:32.979" v="529" actId="164"/>
          <ac:picMkLst>
            <pc:docMk/>
            <pc:sldMk cId="2093680419" sldId="256"/>
            <ac:picMk id="5" creationId="{ED68D244-DBA9-6DDF-A47B-1EC462BEF6C1}"/>
          </ac:picMkLst>
        </pc:picChg>
        <pc:picChg chg="add mod">
          <ac:chgData name="Eduardo Andres Chacin Ruiz" userId="ccacac63-8927-4629-997d-ccf14e25367f" providerId="ADAL" clId="{96643C11-6665-412B-8EC1-CDBDB8A78FEE}" dt="2026-02-23T02:26:51.849" v="509"/>
          <ac:picMkLst>
            <pc:docMk/>
            <pc:sldMk cId="2093680419" sldId="256"/>
            <ac:picMk id="6" creationId="{A7D14002-1743-510C-CCB5-321CA86E58EE}"/>
          </ac:picMkLst>
        </pc:picChg>
        <pc:picChg chg="add mod modCrop">
          <ac:chgData name="Eduardo Andres Chacin Ruiz" userId="ccacac63-8927-4629-997d-ccf14e25367f" providerId="ADAL" clId="{96643C11-6665-412B-8EC1-CDBDB8A78FEE}" dt="2026-02-23T02:29:36.201" v="530" actId="164"/>
          <ac:picMkLst>
            <pc:docMk/>
            <pc:sldMk cId="2093680419" sldId="256"/>
            <ac:picMk id="7" creationId="{55341C51-FFDA-F713-D9C8-780236DD4E20}"/>
          </ac:picMkLst>
        </pc:picChg>
        <pc:picChg chg="add mod">
          <ac:chgData name="Eduardo Andres Chacin Ruiz" userId="ccacac63-8927-4629-997d-ccf14e25367f" providerId="ADAL" clId="{96643C11-6665-412B-8EC1-CDBDB8A78FEE}" dt="2026-02-23T02:29:32.979" v="529" actId="164"/>
          <ac:picMkLst>
            <pc:docMk/>
            <pc:sldMk cId="2093680419" sldId="256"/>
            <ac:picMk id="8" creationId="{243A9BE3-01A3-AE01-FBCD-59563BDE89BE}"/>
          </ac:picMkLst>
        </pc:picChg>
        <pc:picChg chg="add mod">
          <ac:chgData name="Eduardo Andres Chacin Ruiz" userId="ccacac63-8927-4629-997d-ccf14e25367f" providerId="ADAL" clId="{96643C11-6665-412B-8EC1-CDBDB8A78FEE}" dt="2026-02-23T02:29:29.168" v="528" actId="164"/>
          <ac:picMkLst>
            <pc:docMk/>
            <pc:sldMk cId="2093680419" sldId="256"/>
            <ac:picMk id="9" creationId="{F2761C0A-010F-A64C-B3D0-815D6D5351A9}"/>
          </ac:picMkLst>
        </pc:picChg>
        <pc:picChg chg="add mod modCrop">
          <ac:chgData name="Eduardo Andres Chacin Ruiz" userId="ccacac63-8927-4629-997d-ccf14e25367f" providerId="ADAL" clId="{96643C11-6665-412B-8EC1-CDBDB8A78FEE}" dt="2026-02-15T19:04:35.144" v="404" actId="1076"/>
          <ac:picMkLst>
            <pc:docMk/>
            <pc:sldMk cId="2093680419" sldId="256"/>
            <ac:picMk id="33" creationId="{DFE8E429-3807-A301-91CB-E5993ACA83E7}"/>
          </ac:picMkLst>
        </pc:picChg>
        <pc:picChg chg="add mod modCrop">
          <ac:chgData name="Eduardo Andres Chacin Ruiz" userId="ccacac63-8927-4629-997d-ccf14e25367f" providerId="ADAL" clId="{96643C11-6665-412B-8EC1-CDBDB8A78FEE}" dt="2026-02-23T02:29:36.201" v="530" actId="164"/>
          <ac:picMkLst>
            <pc:docMk/>
            <pc:sldMk cId="2093680419" sldId="256"/>
            <ac:picMk id="34" creationId="{D27F72F3-69AE-4126-AEFC-58F8228E411C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26:51.675" v="508" actId="478"/>
          <ac:picMkLst>
            <pc:docMk/>
            <pc:sldMk cId="2093680419" sldId="256"/>
            <ac:picMk id="36" creationId="{B66AE86C-EBA6-5AAD-E1D1-868DA3529DDC}"/>
          </ac:picMkLst>
        </pc:picChg>
      </pc:sldChg>
      <pc:sldChg chg="addSp delSp modSp mod">
        <pc:chgData name="Eduardo Andres Chacin Ruiz" userId="ccacac63-8927-4629-997d-ccf14e25367f" providerId="ADAL" clId="{96643C11-6665-412B-8EC1-CDBDB8A78FEE}" dt="2026-02-23T02:32:35.523" v="566" actId="167"/>
        <pc:sldMkLst>
          <pc:docMk/>
          <pc:sldMk cId="2005519349" sldId="257"/>
        </pc:sldMkLst>
        <pc:spChg chg="add mod">
          <ac:chgData name="Eduardo Andres Chacin Ruiz" userId="ccacac63-8927-4629-997d-ccf14e25367f" providerId="ADAL" clId="{96643C11-6665-412B-8EC1-CDBDB8A78FEE}" dt="2026-02-15T18:52:55.508" v="204" actId="1038"/>
          <ac:spMkLst>
            <pc:docMk/>
            <pc:sldMk cId="2005519349" sldId="257"/>
            <ac:spMk id="16" creationId="{6E3342F0-00E9-DAEE-D979-193CA2C478D7}"/>
          </ac:spMkLst>
        </pc:spChg>
        <pc:spChg chg="add mod">
          <ac:chgData name="Eduardo Andres Chacin Ruiz" userId="ccacac63-8927-4629-997d-ccf14e25367f" providerId="ADAL" clId="{96643C11-6665-412B-8EC1-CDBDB8A78FEE}" dt="2026-02-15T18:52:55.508" v="204" actId="1038"/>
          <ac:spMkLst>
            <pc:docMk/>
            <pc:sldMk cId="2005519349" sldId="257"/>
            <ac:spMk id="17" creationId="{A67BEF87-A91E-F71A-5673-4878BCA3BB17}"/>
          </ac:spMkLst>
        </pc:spChg>
        <pc:spChg chg="add mod">
          <ac:chgData name="Eduardo Andres Chacin Ruiz" userId="ccacac63-8927-4629-997d-ccf14e25367f" providerId="ADAL" clId="{96643C11-6665-412B-8EC1-CDBDB8A78FEE}" dt="2026-02-15T18:53:10.442" v="284" actId="20577"/>
          <ac:spMkLst>
            <pc:docMk/>
            <pc:sldMk cId="2005519349" sldId="257"/>
            <ac:spMk id="18" creationId="{B6B77D30-D39E-8493-3B46-C94EE2A009BD}"/>
          </ac:spMkLst>
        </pc:spChg>
        <pc:spChg chg="add mod">
          <ac:chgData name="Eduardo Andres Chacin Ruiz" userId="ccacac63-8927-4629-997d-ccf14e25367f" providerId="ADAL" clId="{96643C11-6665-412B-8EC1-CDBDB8A78FEE}" dt="2026-02-15T18:53:07.896" v="282" actId="20577"/>
          <ac:spMkLst>
            <pc:docMk/>
            <pc:sldMk cId="2005519349" sldId="257"/>
            <ac:spMk id="19" creationId="{313FC653-3C20-3E28-6CC1-BD820E8AFFE0}"/>
          </ac:spMkLst>
        </pc:spChg>
        <pc:picChg chg="add del mod">
          <ac:chgData name="Eduardo Andres Chacin Ruiz" userId="ccacac63-8927-4629-997d-ccf14e25367f" providerId="ADAL" clId="{96643C11-6665-412B-8EC1-CDBDB8A78FEE}" dt="2026-02-23T02:30:10.713" v="535" actId="21"/>
          <ac:picMkLst>
            <pc:docMk/>
            <pc:sldMk cId="2005519349" sldId="257"/>
            <ac:picMk id="3" creationId="{137BE297-DE0E-EFB1-8772-664430CC39E7}"/>
          </ac:picMkLst>
        </pc:picChg>
        <pc:picChg chg="add mod ord">
          <ac:chgData name="Eduardo Andres Chacin Ruiz" userId="ccacac63-8927-4629-997d-ccf14e25367f" providerId="ADAL" clId="{96643C11-6665-412B-8EC1-CDBDB8A78FEE}" dt="2026-02-23T02:31:34.792" v="554" actId="167"/>
          <ac:picMkLst>
            <pc:docMk/>
            <pc:sldMk cId="2005519349" sldId="257"/>
            <ac:picMk id="4" creationId="{137BE297-DE0E-EFB1-8772-664430CC39E7}"/>
          </ac:picMkLst>
        </pc:picChg>
        <pc:picChg chg="add del mod">
          <ac:chgData name="Eduardo Andres Chacin Ruiz" userId="ccacac63-8927-4629-997d-ccf14e25367f" providerId="ADAL" clId="{96643C11-6665-412B-8EC1-CDBDB8A78FEE}" dt="2026-02-23T02:30:43.964" v="543" actId="21"/>
          <ac:picMkLst>
            <pc:docMk/>
            <pc:sldMk cId="2005519349" sldId="257"/>
            <ac:picMk id="6" creationId="{29870748-8AE8-A3E0-21EB-970844587A15}"/>
          </ac:picMkLst>
        </pc:picChg>
        <pc:picChg chg="add mod ord">
          <ac:chgData name="Eduardo Andres Chacin Ruiz" userId="ccacac63-8927-4629-997d-ccf14e25367f" providerId="ADAL" clId="{96643C11-6665-412B-8EC1-CDBDB8A78FEE}" dt="2026-02-23T02:32:35.523" v="566" actId="167"/>
          <ac:picMkLst>
            <pc:docMk/>
            <pc:sldMk cId="2005519349" sldId="257"/>
            <ac:picMk id="7" creationId="{29870748-8AE8-A3E0-21EB-970844587A15}"/>
          </ac:picMkLst>
        </pc:picChg>
        <pc:picChg chg="add mod ord">
          <ac:chgData name="Eduardo Andres Chacin Ruiz" userId="ccacac63-8927-4629-997d-ccf14e25367f" providerId="ADAL" clId="{96643C11-6665-412B-8EC1-CDBDB8A78FEE}" dt="2026-02-23T02:31:30.846" v="553" actId="167"/>
          <ac:picMkLst>
            <pc:docMk/>
            <pc:sldMk cId="2005519349" sldId="257"/>
            <ac:picMk id="9" creationId="{F4AF1182-46E2-CFAF-3A63-81BDCCB99935}"/>
          </ac:picMkLst>
        </pc:picChg>
        <pc:picChg chg="add del mod">
          <ac:chgData name="Eduardo Andres Chacin Ruiz" userId="ccacac63-8927-4629-997d-ccf14e25367f" providerId="ADAL" clId="{96643C11-6665-412B-8EC1-CDBDB8A78FEE}" dt="2026-02-23T02:30:12.309" v="536" actId="478"/>
          <ac:picMkLst>
            <pc:docMk/>
            <pc:sldMk cId="2005519349" sldId="257"/>
            <ac:picMk id="11" creationId="{2849E7EB-1395-1B17-729A-C0C7CFB2D489}"/>
          </ac:picMkLst>
        </pc:picChg>
        <pc:picChg chg="add del mod">
          <ac:chgData name="Eduardo Andres Chacin Ruiz" userId="ccacac63-8927-4629-997d-ccf14e25367f" providerId="ADAL" clId="{96643C11-6665-412B-8EC1-CDBDB8A78FEE}" dt="2026-02-23T02:32:15.710" v="562" actId="21"/>
          <ac:picMkLst>
            <pc:docMk/>
            <pc:sldMk cId="2005519349" sldId="257"/>
            <ac:picMk id="12" creationId="{2D800CF3-B702-5F8F-8865-6A6A549DBE23}"/>
          </ac:picMkLst>
        </pc:picChg>
        <pc:picChg chg="add del mod">
          <ac:chgData name="Eduardo Andres Chacin Ruiz" userId="ccacac63-8927-4629-997d-ccf14e25367f" providerId="ADAL" clId="{96643C11-6665-412B-8EC1-CDBDB8A78FEE}" dt="2026-02-23T02:30:45.210" v="544" actId="478"/>
          <ac:picMkLst>
            <pc:docMk/>
            <pc:sldMk cId="2005519349" sldId="257"/>
            <ac:picMk id="13" creationId="{25E493D3-AE4C-75BB-A04C-06DAA6CDAD69}"/>
          </ac:picMkLst>
        </pc:picChg>
        <pc:picChg chg="add del mod">
          <ac:chgData name="Eduardo Andres Chacin Ruiz" userId="ccacac63-8927-4629-997d-ccf14e25367f" providerId="ADAL" clId="{96643C11-6665-412B-8EC1-CDBDB8A78FEE}" dt="2026-02-23T02:32:16.895" v="563" actId="478"/>
          <ac:picMkLst>
            <pc:docMk/>
            <pc:sldMk cId="2005519349" sldId="257"/>
            <ac:picMk id="14" creationId="{54485C89-4771-5E3F-B500-0DC8EEEB3473}"/>
          </ac:picMkLst>
        </pc:picChg>
        <pc:picChg chg="add del mod">
          <ac:chgData name="Eduardo Andres Chacin Ruiz" userId="ccacac63-8927-4629-997d-ccf14e25367f" providerId="ADAL" clId="{96643C11-6665-412B-8EC1-CDBDB8A78FEE}" dt="2026-02-23T02:31:21.214" v="551" actId="478"/>
          <ac:picMkLst>
            <pc:docMk/>
            <pc:sldMk cId="2005519349" sldId="257"/>
            <ac:picMk id="15" creationId="{615ED00F-5ED4-0AEE-A09E-48E18EB6F8B2}"/>
          </ac:picMkLst>
        </pc:picChg>
        <pc:picChg chg="add mod ord">
          <ac:chgData name="Eduardo Andres Chacin Ruiz" userId="ccacac63-8927-4629-997d-ccf14e25367f" providerId="ADAL" clId="{96643C11-6665-412B-8EC1-CDBDB8A78FEE}" dt="2026-02-23T02:32:20.883" v="565" actId="167"/>
          <ac:picMkLst>
            <pc:docMk/>
            <pc:sldMk cId="2005519349" sldId="257"/>
            <ac:picMk id="20" creationId="{2D800CF3-B702-5F8F-8865-6A6A549DBE23}"/>
          </ac:picMkLst>
        </pc:picChg>
      </pc:sldChg>
      <pc:sldChg chg="addSp delSp modSp add mod">
        <pc:chgData name="Eduardo Andres Chacin Ruiz" userId="ccacac63-8927-4629-997d-ccf14e25367f" providerId="ADAL" clId="{96643C11-6665-412B-8EC1-CDBDB8A78FEE}" dt="2026-02-23T02:36:58.522" v="610" actId="1035"/>
        <pc:sldMkLst>
          <pc:docMk/>
          <pc:sldMk cId="7844490" sldId="260"/>
        </pc:sldMkLst>
        <pc:spChg chg="add mod">
          <ac:chgData name="Eduardo Andres Chacin Ruiz" userId="ccacac63-8927-4629-997d-ccf14e25367f" providerId="ADAL" clId="{96643C11-6665-412B-8EC1-CDBDB8A78FEE}" dt="2026-02-15T18:50:33.161" v="114" actId="1076"/>
          <ac:spMkLst>
            <pc:docMk/>
            <pc:sldMk cId="7844490" sldId="260"/>
            <ac:spMk id="19" creationId="{EA59DC54-3B80-42F5-EBAB-75FBED0932F6}"/>
          </ac:spMkLst>
        </pc:spChg>
        <pc:spChg chg="add mod">
          <ac:chgData name="Eduardo Andres Chacin Ruiz" userId="ccacac63-8927-4629-997d-ccf14e25367f" providerId="ADAL" clId="{96643C11-6665-412B-8EC1-CDBDB8A78FEE}" dt="2026-02-15T18:50:40.620" v="118" actId="20577"/>
          <ac:spMkLst>
            <pc:docMk/>
            <pc:sldMk cId="7844490" sldId="260"/>
            <ac:spMk id="20" creationId="{9CADADDD-1F71-BAFF-5BDB-D3569223CFC5}"/>
          </ac:spMkLst>
        </pc:spChg>
        <pc:spChg chg="add mod">
          <ac:chgData name="Eduardo Andres Chacin Ruiz" userId="ccacac63-8927-4629-997d-ccf14e25367f" providerId="ADAL" clId="{96643C11-6665-412B-8EC1-CDBDB8A78FEE}" dt="2026-02-15T18:50:55.213" v="122" actId="20577"/>
          <ac:spMkLst>
            <pc:docMk/>
            <pc:sldMk cId="7844490" sldId="260"/>
            <ac:spMk id="21" creationId="{21518C2B-E836-420E-9754-53606081A4BF}"/>
          </ac:spMkLst>
        </pc:spChg>
        <pc:spChg chg="add mod">
          <ac:chgData name="Eduardo Andres Chacin Ruiz" userId="ccacac63-8927-4629-997d-ccf14e25367f" providerId="ADAL" clId="{96643C11-6665-412B-8EC1-CDBDB8A78FEE}" dt="2026-02-15T18:51:07.303" v="126" actId="20577"/>
          <ac:spMkLst>
            <pc:docMk/>
            <pc:sldMk cId="7844490" sldId="260"/>
            <ac:spMk id="22" creationId="{BE9E72E9-C2B7-A7AA-2009-0B3D9C598BDE}"/>
          </ac:spMkLst>
        </pc:spChg>
        <pc:picChg chg="add del mod modCrop">
          <ac:chgData name="Eduardo Andres Chacin Ruiz" userId="ccacac63-8927-4629-997d-ccf14e25367f" providerId="ADAL" clId="{96643C11-6665-412B-8EC1-CDBDB8A78FEE}" dt="2026-02-23T02:33:48.952" v="574" actId="21"/>
          <ac:picMkLst>
            <pc:docMk/>
            <pc:sldMk cId="7844490" sldId="260"/>
            <ac:picMk id="3" creationId="{2799C785-3F0A-1AFE-8601-18E030FEA6A1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33:50.097" v="575" actId="478"/>
          <ac:picMkLst>
            <pc:docMk/>
            <pc:sldMk cId="7844490" sldId="260"/>
            <ac:picMk id="4" creationId="{40C15E5F-2049-F363-CC5E-C4BF968F0368}"/>
          </ac:picMkLst>
        </pc:picChg>
        <pc:picChg chg="add mod ord">
          <ac:chgData name="Eduardo Andres Chacin Ruiz" userId="ccacac63-8927-4629-997d-ccf14e25367f" providerId="ADAL" clId="{96643C11-6665-412B-8EC1-CDBDB8A78FEE}" dt="2026-02-23T02:33:52.638" v="577" actId="167"/>
          <ac:picMkLst>
            <pc:docMk/>
            <pc:sldMk cId="7844490" sldId="260"/>
            <ac:picMk id="5" creationId="{2799C785-3F0A-1AFE-8601-18E030FEA6A1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34:37.603" v="583" actId="21"/>
          <ac:picMkLst>
            <pc:docMk/>
            <pc:sldMk cId="7844490" sldId="260"/>
            <ac:picMk id="7" creationId="{81B11DDA-DD81-9B12-B184-FFAC5C50CB04}"/>
          </ac:picMkLst>
        </pc:picChg>
        <pc:picChg chg="add mod ord">
          <ac:chgData name="Eduardo Andres Chacin Ruiz" userId="ccacac63-8927-4629-997d-ccf14e25367f" providerId="ADAL" clId="{96643C11-6665-412B-8EC1-CDBDB8A78FEE}" dt="2026-02-23T02:34:41.946" v="586" actId="167"/>
          <ac:picMkLst>
            <pc:docMk/>
            <pc:sldMk cId="7844490" sldId="260"/>
            <ac:picMk id="8" creationId="{81B11DDA-DD81-9B12-B184-FFAC5C50CB04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35:32.569" v="592" actId="21"/>
          <ac:picMkLst>
            <pc:docMk/>
            <pc:sldMk cId="7844490" sldId="260"/>
            <ac:picMk id="10" creationId="{C4FA0616-A251-E522-F1CC-7312B16E508C}"/>
          </ac:picMkLst>
        </pc:picChg>
        <pc:picChg chg="add mod ord">
          <ac:chgData name="Eduardo Andres Chacin Ruiz" userId="ccacac63-8927-4629-997d-ccf14e25367f" providerId="ADAL" clId="{96643C11-6665-412B-8EC1-CDBDB8A78FEE}" dt="2026-02-23T02:35:36.496" v="595" actId="167"/>
          <ac:picMkLst>
            <pc:docMk/>
            <pc:sldMk cId="7844490" sldId="260"/>
            <ac:picMk id="11" creationId="{C4FA0616-A251-E522-F1CC-7312B16E508C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36:27.226" v="605" actId="21"/>
          <ac:picMkLst>
            <pc:docMk/>
            <pc:sldMk cId="7844490" sldId="260"/>
            <ac:picMk id="13" creationId="{24AC8BC2-C2BB-A8FD-9076-A8EAAC4C12B4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34:38.801" v="584" actId="478"/>
          <ac:picMkLst>
            <pc:docMk/>
            <pc:sldMk cId="7844490" sldId="260"/>
            <ac:picMk id="14" creationId="{7F9BF613-7B61-894D-38CB-AB4E20DD4F81}"/>
          </ac:picMkLst>
        </pc:picChg>
        <pc:picChg chg="add mod ord">
          <ac:chgData name="Eduardo Andres Chacin Ruiz" userId="ccacac63-8927-4629-997d-ccf14e25367f" providerId="ADAL" clId="{96643C11-6665-412B-8EC1-CDBDB8A78FEE}" dt="2026-02-23T02:36:58.522" v="610" actId="1035"/>
          <ac:picMkLst>
            <pc:docMk/>
            <pc:sldMk cId="7844490" sldId="260"/>
            <ac:picMk id="15" creationId="{24AC8BC2-C2BB-A8FD-9076-A8EAAC4C12B4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35:33.702" v="593" actId="478"/>
          <ac:picMkLst>
            <pc:docMk/>
            <pc:sldMk cId="7844490" sldId="260"/>
            <ac:picMk id="16" creationId="{4B3B9665-7C3C-7FAE-EF91-83784DB9C984}"/>
          </ac:picMkLst>
        </pc:picChg>
        <pc:picChg chg="add del mod modCrop">
          <ac:chgData name="Eduardo Andres Chacin Ruiz" userId="ccacac63-8927-4629-997d-ccf14e25367f" providerId="ADAL" clId="{96643C11-6665-412B-8EC1-CDBDB8A78FEE}" dt="2026-02-23T02:36:28.713" v="606" actId="478"/>
          <ac:picMkLst>
            <pc:docMk/>
            <pc:sldMk cId="7844490" sldId="260"/>
            <ac:picMk id="18" creationId="{3312A1FB-0885-399C-2312-6BC75AA11CD1}"/>
          </ac:picMkLst>
        </pc:picChg>
        <pc:picChg chg="add mod ord">
          <ac:chgData name="Eduardo Andres Chacin Ruiz" userId="ccacac63-8927-4629-997d-ccf14e25367f" providerId="ADAL" clId="{96643C11-6665-412B-8EC1-CDBDB8A78FEE}" dt="2026-02-23T02:36:33.369" v="609" actId="167"/>
          <ac:picMkLst>
            <pc:docMk/>
            <pc:sldMk cId="7844490" sldId="260"/>
            <ac:picMk id="23" creationId="{241670CE-B7A4-FB13-DD2B-0A37369A0850}"/>
          </ac:picMkLst>
        </pc:picChg>
      </pc:sldChg>
      <pc:sldChg chg="delSp new del mod">
        <pc:chgData name="Eduardo Andres Chacin Ruiz" userId="ccacac63-8927-4629-997d-ccf14e25367f" providerId="ADAL" clId="{96643C11-6665-412B-8EC1-CDBDB8A78FEE}" dt="2026-02-23T03:29:49.943" v="615" actId="47"/>
        <pc:sldMkLst>
          <pc:docMk/>
          <pc:sldMk cId="2903073993" sldId="261"/>
        </pc:sldMkLst>
        <pc:spChg chg="del">
          <ac:chgData name="Eduardo Andres Chacin Ruiz" userId="ccacac63-8927-4629-997d-ccf14e25367f" providerId="ADAL" clId="{96643C11-6665-412B-8EC1-CDBDB8A78FEE}" dt="2026-02-23T03:29:43.913" v="612" actId="478"/>
          <ac:spMkLst>
            <pc:docMk/>
            <pc:sldMk cId="2903073993" sldId="261"/>
            <ac:spMk id="2" creationId="{C689D5FE-8D6B-632A-521D-5834979BCEF1}"/>
          </ac:spMkLst>
        </pc:spChg>
        <pc:spChg chg="del">
          <ac:chgData name="Eduardo Andres Chacin Ruiz" userId="ccacac63-8927-4629-997d-ccf14e25367f" providerId="ADAL" clId="{96643C11-6665-412B-8EC1-CDBDB8A78FEE}" dt="2026-02-23T03:29:44.455" v="613" actId="478"/>
          <ac:spMkLst>
            <pc:docMk/>
            <pc:sldMk cId="2903073993" sldId="261"/>
            <ac:spMk id="3" creationId="{CF65522B-7ED3-3581-0938-6F200D95C7EE}"/>
          </ac:spMkLst>
        </pc:spChg>
      </pc:sldChg>
      <pc:sldChg chg="modSp add mod">
        <pc:chgData name="Eduardo Andres Chacin Ruiz" userId="ccacac63-8927-4629-997d-ccf14e25367f" providerId="ADAL" clId="{96643C11-6665-412B-8EC1-CDBDB8A78FEE}" dt="2026-02-23T03:29:59.212" v="617" actId="1035"/>
        <pc:sldMkLst>
          <pc:docMk/>
          <pc:sldMk cId="3856511270" sldId="262"/>
        </pc:sldMkLst>
        <pc:spChg chg="mod">
          <ac:chgData name="Eduardo Andres Chacin Ruiz" userId="ccacac63-8927-4629-997d-ccf14e25367f" providerId="ADAL" clId="{96643C11-6665-412B-8EC1-CDBDB8A78FEE}" dt="2026-02-23T03:29:59.212" v="617" actId="1035"/>
          <ac:spMkLst>
            <pc:docMk/>
            <pc:sldMk cId="3856511270" sldId="262"/>
            <ac:spMk id="12" creationId="{10AD54EA-BB41-E23B-448F-31D001FE56E7}"/>
          </ac:spMkLst>
        </pc:spChg>
        <pc:spChg chg="mod">
          <ac:chgData name="Eduardo Andres Chacin Ruiz" userId="ccacac63-8927-4629-997d-ccf14e25367f" providerId="ADAL" clId="{96643C11-6665-412B-8EC1-CDBDB8A78FEE}" dt="2026-02-23T03:29:59.212" v="617" actId="1035"/>
          <ac:spMkLst>
            <pc:docMk/>
            <pc:sldMk cId="3856511270" sldId="262"/>
            <ac:spMk id="13" creationId="{B1240B86-5BF7-226F-E0FD-39F3D4277C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29A35-360C-4CC9-A9E0-D87BDCCBB09F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8F550-AFD0-4C8E-8FBD-B7C3180E9E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5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8F550-AFD0-4C8E-8FBD-B7C3180E9E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0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341C-AA83-3169-21C7-32729926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BEA00-BD27-2024-D6F4-7AA30A346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B7DBB-DBAF-0143-C446-CA1DE9BA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71D21-91DA-145E-774A-5ECBF16C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A231F-71A3-3DBE-FCF7-8A6370D3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0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2D59-8810-707D-C59A-0214F1FC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F0454-7119-C2BC-9808-031538933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5BDCF-CD67-7173-5570-8BF16FA3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471A7-E490-72F9-0B52-5146FC16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75253-7CEA-80A7-00CB-6E51584D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1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3BBDA-2665-7F10-DBA4-6ECA8FBA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2AECF-4928-F07C-C276-9EA4BD026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4817D-58AA-DC88-8654-8D4E25D8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2CAFD-761E-9B3D-BE01-3289932B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830C0-413D-19D3-EE60-E93CD536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2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BA3C-6126-CD57-DB30-7E779FC8A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9FE0-59FC-26EF-AE45-26A78BCCA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CB83E-6225-8608-C3B9-4643E521E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BE651-F3D0-0361-BE14-DA38137A8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2C0A3-B6DA-2F79-2830-22357354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E5368-FD13-29A0-0C69-847C708C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45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CB40-551D-43E3-6901-0A95F1ABE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A5AC-11E7-5063-991B-70B173542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DF2A7-C165-5169-BBEB-13EA3DC0F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5361C5-FD63-CE7A-5013-27BD4FAFD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AADC96-EDAA-C8AD-5B50-44EFBB86E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C9FA2-3DEF-533B-E4A4-704EC2D7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3E24B-2176-A2C8-5ADD-48C56A5C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5277B-7422-705B-1B8A-A72BCA97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1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5B9D-33D0-ABA5-39F3-153F4F31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2B1FE8-75C8-9C6C-3E57-A1CDC8A2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E8159-0635-429D-2F0F-9C27BC19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4105-BABC-CDFA-6DF0-6A372137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8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7F465-C1B6-7E6F-0EE5-413F2588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8F0117-F1F8-1487-1CCE-24C458CD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DF4A7-96F2-6F96-CC5B-418E9F57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01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7111C-0922-6407-F89D-22FEDEBC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CB8C-55C6-B06E-AFC7-9BD9E017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E3708-B812-27EA-0813-5B834F6B3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2E731-371E-B25F-69AE-C0AA95CA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2F772-D469-4F18-94D7-DB1BBF4A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28756-7443-52D4-109B-FE139D0B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2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8D96-FE02-A64D-1F7A-B49D233E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5CCFF1-6AEB-A9C3-4E02-A2838E399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41604-A869-F0A6-9C4E-61C33986B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EE4889-679F-3932-824E-933E7F71F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B2762-72C9-5BA8-9DB5-22DFB2725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2509B-B39B-5FC6-891F-A75444DE8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73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A076-464A-958F-3882-EBB6F09B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92FA0-4600-02F9-1A82-44B51ABFB9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3595E-1E4D-DFAB-A1EC-DFD980FE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35486-09F3-7C3C-E8D0-110F5D10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AE89F-A6ED-DE71-63E3-D6DB8D19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81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6E62F-3F34-5861-9FB0-F3D347995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8A55D-18DB-E999-7BD8-24F70F0A8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F962A-28C9-E519-8E27-04E1F8292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369CC-B49C-5435-A0D6-FF93E8F06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00357-B116-BA7A-8522-F92D31D1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40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E4B44-E34D-2FFD-F62A-BE867003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1D8EF-C54A-10A1-5C27-47B084019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D2F28-99F0-1AD3-7948-7C647B9C5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9E8AA-B925-49C5-941E-144EA2A715D3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31647-3490-8DC0-9E54-5367719F8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86D4C-71DD-67A5-5331-56972B28C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EA7AB-2AE9-41C4-BAA9-C0936C3C7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3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74233A99-2814-EEB8-739B-02BB7E29982C}"/>
              </a:ext>
            </a:extLst>
          </p:cNvPr>
          <p:cNvSpPr txBox="1"/>
          <p:nvPr/>
        </p:nvSpPr>
        <p:spPr>
          <a:xfrm>
            <a:off x="254830" y="3155189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5C13F7-E174-B569-4FB5-CDC4C6049141}"/>
              </a:ext>
            </a:extLst>
          </p:cNvPr>
          <p:cNvSpPr txBox="1"/>
          <p:nvPr/>
        </p:nvSpPr>
        <p:spPr>
          <a:xfrm>
            <a:off x="254830" y="507277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E9BBF9-B1F1-A1B6-EB4B-1C5F94E51796}"/>
              </a:ext>
            </a:extLst>
          </p:cNvPr>
          <p:cNvSpPr txBox="1"/>
          <p:nvPr/>
        </p:nvSpPr>
        <p:spPr>
          <a:xfrm>
            <a:off x="6343501" y="3155189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42F345-C542-BC8A-FD52-E478A27A20BF}"/>
              </a:ext>
            </a:extLst>
          </p:cNvPr>
          <p:cNvSpPr txBox="1"/>
          <p:nvPr/>
        </p:nvSpPr>
        <p:spPr>
          <a:xfrm>
            <a:off x="6343501" y="507276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FE8E429-3807-A301-91CB-E5993ACA8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70"/>
          <a:stretch>
            <a:fillRect/>
          </a:stretch>
        </p:blipFill>
        <p:spPr>
          <a:xfrm>
            <a:off x="0" y="5803667"/>
            <a:ext cx="12192000" cy="9171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D14002-1743-510C-CCB5-321CA86E5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13"/>
          <a:stretch>
            <a:fillRect/>
          </a:stretch>
        </p:blipFill>
        <p:spPr>
          <a:xfrm>
            <a:off x="0" y="3473852"/>
            <a:ext cx="6120066" cy="235331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0F66088-BA01-9A5B-95CD-7B07255120AD}"/>
              </a:ext>
            </a:extLst>
          </p:cNvPr>
          <p:cNvGrpSpPr/>
          <p:nvPr/>
        </p:nvGrpSpPr>
        <p:grpSpPr>
          <a:xfrm>
            <a:off x="6096000" y="3467100"/>
            <a:ext cx="6131432" cy="2386015"/>
            <a:chOff x="6096000" y="3467100"/>
            <a:chExt cx="6131432" cy="238601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27F72F3-69AE-4126-AEFC-58F8228E4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195"/>
            <a:stretch>
              <a:fillRect/>
            </a:stretch>
          </p:blipFill>
          <p:spPr>
            <a:xfrm>
              <a:off x="6096000" y="3467100"/>
              <a:ext cx="6096000" cy="238601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5341C51-FFDA-F713-D9C8-780236DD4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009" b="20013"/>
            <a:stretch>
              <a:fillRect/>
            </a:stretch>
          </p:blipFill>
          <p:spPr>
            <a:xfrm>
              <a:off x="6107366" y="5674052"/>
              <a:ext cx="6120066" cy="175901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A2945A-38B5-A903-564E-38E4B2CD3AA0}"/>
              </a:ext>
            </a:extLst>
          </p:cNvPr>
          <p:cNvGrpSpPr/>
          <p:nvPr/>
        </p:nvGrpSpPr>
        <p:grpSpPr>
          <a:xfrm>
            <a:off x="6107366" y="804197"/>
            <a:ext cx="6120066" cy="2374135"/>
            <a:chOff x="6107366" y="804197"/>
            <a:chExt cx="6120066" cy="23741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68D244-DBA9-6DDF-A47B-1EC462BEF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8" b="20238"/>
            <a:stretch>
              <a:fillRect/>
            </a:stretch>
          </p:blipFill>
          <p:spPr>
            <a:xfrm>
              <a:off x="6270638" y="804197"/>
              <a:ext cx="5915752" cy="235519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43A9BE3-01A3-AE01-FBCD-59563BDE89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009" b="20013"/>
            <a:stretch>
              <a:fillRect/>
            </a:stretch>
          </p:blipFill>
          <p:spPr>
            <a:xfrm>
              <a:off x="6107366" y="3002431"/>
              <a:ext cx="6120066" cy="17590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7175FD-1CA4-521C-ABD6-5E0A97605E01}"/>
              </a:ext>
            </a:extLst>
          </p:cNvPr>
          <p:cNvGrpSpPr/>
          <p:nvPr/>
        </p:nvGrpSpPr>
        <p:grpSpPr>
          <a:xfrm>
            <a:off x="-13648" y="797923"/>
            <a:ext cx="6120066" cy="2369206"/>
            <a:chOff x="-13648" y="797923"/>
            <a:chExt cx="6120066" cy="23692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D5155A-8C75-16CB-227F-01A385D36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527"/>
            <a:stretch>
              <a:fillRect/>
            </a:stretch>
          </p:blipFill>
          <p:spPr>
            <a:xfrm>
              <a:off x="-9380" y="797923"/>
              <a:ext cx="6096000" cy="23292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761C0A-010F-A64C-B3D0-815D6D535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009" b="20013"/>
            <a:stretch>
              <a:fillRect/>
            </a:stretch>
          </p:blipFill>
          <p:spPr>
            <a:xfrm>
              <a:off x="-13648" y="2991228"/>
              <a:ext cx="6120066" cy="175901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9282C60-465D-DB1D-E7CE-08279E059A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620" y="1487235"/>
            <a:ext cx="165256" cy="61708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F43C18-FFCE-A341-D1A4-8978ABF3AF88}"/>
              </a:ext>
            </a:extLst>
          </p:cNvPr>
          <p:cNvSpPr/>
          <p:nvPr/>
        </p:nvSpPr>
        <p:spPr>
          <a:xfrm>
            <a:off x="9225887" y="1378424"/>
            <a:ext cx="114296" cy="1217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03EBF-6AD4-AE17-CA68-FD480D2BA80E}"/>
              </a:ext>
            </a:extLst>
          </p:cNvPr>
          <p:cNvSpPr/>
          <p:nvPr/>
        </p:nvSpPr>
        <p:spPr>
          <a:xfrm>
            <a:off x="9230130" y="3900242"/>
            <a:ext cx="114296" cy="1217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B1277-E8F9-2BAF-0682-77AA58574394}"/>
              </a:ext>
            </a:extLst>
          </p:cNvPr>
          <p:cNvSpPr/>
          <p:nvPr/>
        </p:nvSpPr>
        <p:spPr>
          <a:xfrm>
            <a:off x="3097783" y="1372889"/>
            <a:ext cx="114296" cy="1217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4DE5F8-29E0-309F-3310-D2A1F251A204}"/>
              </a:ext>
            </a:extLst>
          </p:cNvPr>
          <p:cNvSpPr/>
          <p:nvPr/>
        </p:nvSpPr>
        <p:spPr>
          <a:xfrm>
            <a:off x="38104" y="1285673"/>
            <a:ext cx="114296" cy="1217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3000F1-C4C8-63AA-6B75-7BF075EA4600}"/>
              </a:ext>
            </a:extLst>
          </p:cNvPr>
          <p:cNvSpPr/>
          <p:nvPr/>
        </p:nvSpPr>
        <p:spPr>
          <a:xfrm>
            <a:off x="52393" y="4014080"/>
            <a:ext cx="114296" cy="1217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E46856-B55F-FFF4-A4F4-53AA7F83D7D1}"/>
              </a:ext>
            </a:extLst>
          </p:cNvPr>
          <p:cNvSpPr/>
          <p:nvPr/>
        </p:nvSpPr>
        <p:spPr>
          <a:xfrm>
            <a:off x="3121598" y="4054036"/>
            <a:ext cx="114296" cy="1217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111B87-2484-6897-AE16-49F576053666}"/>
              </a:ext>
            </a:extLst>
          </p:cNvPr>
          <p:cNvSpPr/>
          <p:nvPr/>
        </p:nvSpPr>
        <p:spPr>
          <a:xfrm>
            <a:off x="6154480" y="3991138"/>
            <a:ext cx="114296" cy="1217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3D8DD8E1-AD14-285B-2CE5-43EE05D421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5021" y="1487235"/>
            <a:ext cx="165256" cy="61708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953AEFE-EFCE-A736-6DF9-00A5131DA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" y="1487235"/>
            <a:ext cx="165256" cy="6170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C83B077-CDFC-208B-2823-95D4AB2CB7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10" y="4176855"/>
            <a:ext cx="165256" cy="61708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39E820C-D112-D7D6-F241-5DA8B683D4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0033" y="4176855"/>
            <a:ext cx="165256" cy="61708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273241-856F-30C9-4B1C-8A56286471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6620" y="4176855"/>
            <a:ext cx="165256" cy="61708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BF9C664-ACEF-D7E6-ACE1-5C4948FC21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6033" y="4171215"/>
            <a:ext cx="165256" cy="6170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97B9D45-DE4B-D626-EDCA-F85595C86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6979" y="1487235"/>
            <a:ext cx="165256" cy="61708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479DFDA6-54D7-E59D-1CCE-C70A37701C36}"/>
              </a:ext>
            </a:extLst>
          </p:cNvPr>
          <p:cNvSpPr/>
          <p:nvPr/>
        </p:nvSpPr>
        <p:spPr>
          <a:xfrm>
            <a:off x="4216641" y="3002431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B86729-EFF9-B071-C7E4-E042B9F071E8}"/>
              </a:ext>
            </a:extLst>
          </p:cNvPr>
          <p:cNvSpPr/>
          <p:nvPr/>
        </p:nvSpPr>
        <p:spPr>
          <a:xfrm>
            <a:off x="1193564" y="3016078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EFA27BD-D9B5-E052-9611-D269722A514E}"/>
              </a:ext>
            </a:extLst>
          </p:cNvPr>
          <p:cNvSpPr/>
          <p:nvPr/>
        </p:nvSpPr>
        <p:spPr>
          <a:xfrm>
            <a:off x="7309362" y="3014075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9E3E777-0A03-BC62-69F7-2701AAC0A20E}"/>
              </a:ext>
            </a:extLst>
          </p:cNvPr>
          <p:cNvSpPr/>
          <p:nvPr/>
        </p:nvSpPr>
        <p:spPr>
          <a:xfrm>
            <a:off x="10312641" y="3017657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206C69C-68B6-27B2-37EE-7BDD24C089DC}"/>
              </a:ext>
            </a:extLst>
          </p:cNvPr>
          <p:cNvSpPr/>
          <p:nvPr/>
        </p:nvSpPr>
        <p:spPr>
          <a:xfrm>
            <a:off x="10312641" y="5698931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A1A2199-1B8B-015A-6141-C9C385647346}"/>
              </a:ext>
            </a:extLst>
          </p:cNvPr>
          <p:cNvSpPr/>
          <p:nvPr/>
        </p:nvSpPr>
        <p:spPr>
          <a:xfrm>
            <a:off x="7306287" y="5686476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F8037E4-60BC-2209-96A5-50282C9B7535}"/>
              </a:ext>
            </a:extLst>
          </p:cNvPr>
          <p:cNvSpPr/>
          <p:nvPr/>
        </p:nvSpPr>
        <p:spPr>
          <a:xfrm>
            <a:off x="4228007" y="5656226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262CDA5-50DA-F634-2DEB-0ECED048E81C}"/>
              </a:ext>
            </a:extLst>
          </p:cNvPr>
          <p:cNvSpPr/>
          <p:nvPr/>
        </p:nvSpPr>
        <p:spPr>
          <a:xfrm>
            <a:off x="1193563" y="5674052"/>
            <a:ext cx="606711" cy="124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E063E7F-650C-1A9C-A41E-31958D7AA5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0578" y="2994957"/>
            <a:ext cx="262584" cy="166303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8E68BD0-6E3E-E731-2772-76D732D251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965" y="3000826"/>
            <a:ext cx="262584" cy="16630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A46C32C0-C3A1-6849-CDAF-E7CD2FAA86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5936" y="3007229"/>
            <a:ext cx="262584" cy="16630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AAD26139-D7A0-A4E4-EA64-1BC9853DC2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4943" y="3000826"/>
            <a:ext cx="262584" cy="16630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E3553EF-747D-239F-D5B7-751BA3C9D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0520" y="5653271"/>
            <a:ext cx="262584" cy="16630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54BE8C1-96C1-8282-DF7F-A3F938C190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7268" y="5677726"/>
            <a:ext cx="262584" cy="16630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6F7E4028-75C4-191F-707D-A1F23DC952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0070" y="5677726"/>
            <a:ext cx="262584" cy="166303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69B675D6-6D5C-E56B-C340-08956EBE60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4965" y="5660865"/>
            <a:ext cx="262584" cy="16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80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870748-8AE8-A3E0-21EB-970844587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12" y="3228695"/>
            <a:ext cx="4345664" cy="362930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D800CF3-B702-5F8F-8865-6A6A549DB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10" y="-182545"/>
            <a:ext cx="4345666" cy="36496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7BE297-DE0E-EFB1-8772-664430CC39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24" y="3228695"/>
            <a:ext cx="4345663" cy="3629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AF1182-46E2-CFAF-3A63-81BDCCB999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522" y="-177999"/>
            <a:ext cx="4345665" cy="36496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3342F0-00E9-DAEE-D979-193CA2C478D7}"/>
              </a:ext>
            </a:extLst>
          </p:cNvPr>
          <p:cNvSpPr txBox="1"/>
          <p:nvPr/>
        </p:nvSpPr>
        <p:spPr>
          <a:xfrm>
            <a:off x="1289147" y="3046901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BEF87-A91E-F71A-5673-4878BCA3BB17}"/>
              </a:ext>
            </a:extLst>
          </p:cNvPr>
          <p:cNvSpPr txBox="1"/>
          <p:nvPr/>
        </p:nvSpPr>
        <p:spPr>
          <a:xfrm>
            <a:off x="1289147" y="38035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B77D30-D39E-8493-3B46-C94EE2A009BD}"/>
              </a:ext>
            </a:extLst>
          </p:cNvPr>
          <p:cNvSpPr txBox="1"/>
          <p:nvPr/>
        </p:nvSpPr>
        <p:spPr>
          <a:xfrm>
            <a:off x="6460758" y="3046901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3FC653-3C20-3E28-6CC1-BD820E8AFFE0}"/>
              </a:ext>
            </a:extLst>
          </p:cNvPr>
          <p:cNvSpPr txBox="1"/>
          <p:nvPr/>
        </p:nvSpPr>
        <p:spPr>
          <a:xfrm>
            <a:off x="6460758" y="38035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5884FA-4DD6-C8E6-CB04-442E1B2BBEE6}"/>
              </a:ext>
            </a:extLst>
          </p:cNvPr>
          <p:cNvSpPr/>
          <p:nvPr/>
        </p:nvSpPr>
        <p:spPr>
          <a:xfrm rot="18944353">
            <a:off x="3968085" y="6177721"/>
            <a:ext cx="1269561" cy="208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4F41F3-A849-C096-8F68-2D02F19C7BA4}"/>
              </a:ext>
            </a:extLst>
          </p:cNvPr>
          <p:cNvSpPr/>
          <p:nvPr/>
        </p:nvSpPr>
        <p:spPr>
          <a:xfrm rot="18944353">
            <a:off x="8901491" y="6236110"/>
            <a:ext cx="1269561" cy="208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EA78A0-CCC3-B351-EC27-721857A4C8BA}"/>
              </a:ext>
            </a:extLst>
          </p:cNvPr>
          <p:cNvSpPr/>
          <p:nvPr/>
        </p:nvSpPr>
        <p:spPr>
          <a:xfrm rot="18944353">
            <a:off x="4050818" y="2716654"/>
            <a:ext cx="1269561" cy="208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76FC58-2E4E-EC60-B220-1355D3CB06A2}"/>
              </a:ext>
            </a:extLst>
          </p:cNvPr>
          <p:cNvSpPr/>
          <p:nvPr/>
        </p:nvSpPr>
        <p:spPr>
          <a:xfrm rot="18944353">
            <a:off x="8901489" y="2835799"/>
            <a:ext cx="1269561" cy="208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7793B78-1646-4F60-3FBB-420F5DA74B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9789">
            <a:off x="9549121" y="2476691"/>
            <a:ext cx="165256" cy="6170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793968-DF97-1F52-0883-19DB9A0094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9789">
            <a:off x="4654266" y="2409606"/>
            <a:ext cx="165256" cy="6170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47770E0-C2A1-4A77-B40F-93F0A7722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9789">
            <a:off x="4632936" y="5816303"/>
            <a:ext cx="165256" cy="6170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3827A0D-3D83-9B25-EAF3-0148A2CAD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229789">
            <a:off x="9549122" y="5816304"/>
            <a:ext cx="165256" cy="61708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73641E83-C33D-A631-0A2A-E77359C4EBCC}"/>
              </a:ext>
            </a:extLst>
          </p:cNvPr>
          <p:cNvSpPr/>
          <p:nvPr/>
        </p:nvSpPr>
        <p:spPr>
          <a:xfrm rot="1301189">
            <a:off x="2259361" y="3073196"/>
            <a:ext cx="68580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28638A-AB39-2E96-33AC-42CB56531B41}"/>
              </a:ext>
            </a:extLst>
          </p:cNvPr>
          <p:cNvSpPr/>
          <p:nvPr/>
        </p:nvSpPr>
        <p:spPr>
          <a:xfrm rot="1301189">
            <a:off x="7236942" y="3046900"/>
            <a:ext cx="68580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DAF42D5-C154-E57F-4472-AD109A3A5747}"/>
              </a:ext>
            </a:extLst>
          </p:cNvPr>
          <p:cNvSpPr/>
          <p:nvPr/>
        </p:nvSpPr>
        <p:spPr>
          <a:xfrm rot="1301189">
            <a:off x="7180009" y="6441140"/>
            <a:ext cx="68580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A22BC3-DECE-CE1E-BAA5-E8305EBBA38F}"/>
              </a:ext>
            </a:extLst>
          </p:cNvPr>
          <p:cNvSpPr/>
          <p:nvPr/>
        </p:nvSpPr>
        <p:spPr>
          <a:xfrm rot="1301189">
            <a:off x="2259361" y="6479890"/>
            <a:ext cx="685800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268A8A-DB10-56B1-B640-7F9A9EDD8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05415">
            <a:off x="2523464" y="3006988"/>
            <a:ext cx="262584" cy="16630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42B7DEF-F197-285F-8A91-3FE2502B5C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05415">
            <a:off x="7477532" y="3027146"/>
            <a:ext cx="262584" cy="1663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F6BBB28-28ED-1FA1-FD39-C7A2EFDDA7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05415">
            <a:off x="7477531" y="6431042"/>
            <a:ext cx="262584" cy="16630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EAC3534-4A08-95D2-732D-848A03226E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05415">
            <a:off x="2524656" y="6431041"/>
            <a:ext cx="262584" cy="16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19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1671-B6A4-5D27-6B1C-B8A67BA6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4068B84-2DCD-DD02-8159-B1FEEB03D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85"/>
          <a:stretch>
            <a:fillRect/>
          </a:stretch>
        </p:blipFill>
        <p:spPr>
          <a:xfrm>
            <a:off x="6299686" y="2982734"/>
            <a:ext cx="5593669" cy="30405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A264EE-F88D-CC93-81E2-A0D30E9E0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02"/>
          <a:stretch>
            <a:fillRect/>
          </a:stretch>
        </p:blipFill>
        <p:spPr>
          <a:xfrm>
            <a:off x="6366910" y="0"/>
            <a:ext cx="5526445" cy="2970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39DAB7-DE71-2383-5A96-004F41A303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22"/>
          <a:stretch>
            <a:fillRect/>
          </a:stretch>
        </p:blipFill>
        <p:spPr>
          <a:xfrm>
            <a:off x="298644" y="2981961"/>
            <a:ext cx="5593668" cy="3017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CCFAF0-DC22-3657-6553-4B47E47E0D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60"/>
          <a:stretch>
            <a:fillRect/>
          </a:stretch>
        </p:blipFill>
        <p:spPr>
          <a:xfrm>
            <a:off x="298643" y="1"/>
            <a:ext cx="5549856" cy="29705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41670CE-B7A4-FB13-DD2B-0A37369A08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70"/>
          <a:stretch>
            <a:fillRect/>
          </a:stretch>
        </p:blipFill>
        <p:spPr>
          <a:xfrm>
            <a:off x="0" y="5938577"/>
            <a:ext cx="12192000" cy="9171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A59DC54-3B80-42F5-EBAB-75FBED0932F6}"/>
              </a:ext>
            </a:extLst>
          </p:cNvPr>
          <p:cNvSpPr txBox="1"/>
          <p:nvPr/>
        </p:nvSpPr>
        <p:spPr>
          <a:xfrm>
            <a:off x="254830" y="3046901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ADADDD-1F71-BAFF-5BDB-D3569223CFC5}"/>
              </a:ext>
            </a:extLst>
          </p:cNvPr>
          <p:cNvSpPr txBox="1"/>
          <p:nvPr/>
        </p:nvSpPr>
        <p:spPr>
          <a:xfrm>
            <a:off x="254830" y="38035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518C2B-E836-420E-9754-53606081A4BF}"/>
              </a:ext>
            </a:extLst>
          </p:cNvPr>
          <p:cNvSpPr txBox="1"/>
          <p:nvPr/>
        </p:nvSpPr>
        <p:spPr>
          <a:xfrm>
            <a:off x="6343501" y="3046901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9E72E9-C2B7-A7AA-2009-0B3D9C598BDE}"/>
              </a:ext>
            </a:extLst>
          </p:cNvPr>
          <p:cNvSpPr txBox="1"/>
          <p:nvPr/>
        </p:nvSpPr>
        <p:spPr>
          <a:xfrm>
            <a:off x="6343501" y="38034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784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696A9B0-087B-6582-A4B1-C989F243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56515"/>
            <a:ext cx="12192000" cy="3710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0AD54EA-BB41-E23B-448F-31D001FE56E7}"/>
              </a:ext>
            </a:extLst>
          </p:cNvPr>
          <p:cNvSpPr txBox="1"/>
          <p:nvPr/>
        </p:nvSpPr>
        <p:spPr>
          <a:xfrm>
            <a:off x="254830" y="477297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40B86-5BF7-226F-E0FD-39F3D4277C67}"/>
              </a:ext>
            </a:extLst>
          </p:cNvPr>
          <p:cNvSpPr txBox="1"/>
          <p:nvPr/>
        </p:nvSpPr>
        <p:spPr>
          <a:xfrm>
            <a:off x="6343501" y="477296"/>
            <a:ext cx="459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A487DF-5972-BD2B-3064-9651A8C1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1740"/>
            <a:ext cx="12192000" cy="519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11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32</Words>
  <Application>Microsoft Office PowerPoint</Application>
  <PresentationFormat>Widescreen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Andres Chacin Ruiz</dc:creator>
  <cp:lastModifiedBy>Eduardo Andres Chacin Ruiz</cp:lastModifiedBy>
  <cp:revision>6</cp:revision>
  <dcterms:created xsi:type="dcterms:W3CDTF">2026-02-15T01:28:49Z</dcterms:created>
  <dcterms:modified xsi:type="dcterms:W3CDTF">2026-09-06T23:36:06Z</dcterms:modified>
</cp:coreProperties>
</file>